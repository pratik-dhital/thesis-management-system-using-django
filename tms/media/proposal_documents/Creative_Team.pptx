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ricolage Grotesque Bold" charset="1" panose="020B0605040402000204"/>
      <p:regular r:id="rId14"/>
    </p:embeddedFont>
    <p:embeddedFont>
      <p:font typeface="Crimson Pro Italics" charset="1" panose="00000000000000000000"/>
      <p:regular r:id="rId15"/>
    </p:embeddedFont>
    <p:embeddedFont>
      <p:font typeface="Bricolage Grotesque" charset="1" panose="020B060504040200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jpe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1.png" Type="http://schemas.openxmlformats.org/officeDocument/2006/relationships/image"/><Relationship Id="rId20" Target="../media/image31.png" Type="http://schemas.openxmlformats.org/officeDocument/2006/relationships/image"/><Relationship Id="rId21" Target="../media/image32.sv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1.png" Type="http://schemas.openxmlformats.org/officeDocument/2006/relationships/image"/><Relationship Id="rId15" Target="../media/image6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media/image75.png" Type="http://schemas.openxmlformats.org/officeDocument/2006/relationships/image"/><Relationship Id="rId15" Target="../media/image76.svg" Type="http://schemas.openxmlformats.org/officeDocument/2006/relationships/image"/><Relationship Id="rId16" Target="../media/image77.png" Type="http://schemas.openxmlformats.org/officeDocument/2006/relationships/image"/><Relationship Id="rId17" Target="../media/image7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png" Type="http://schemas.openxmlformats.org/officeDocument/2006/relationships/image"/><Relationship Id="rId2" Target="../media/image1.png" Type="http://schemas.openxmlformats.org/officeDocument/2006/relationships/image"/><Relationship Id="rId20" Target="../media/image91.svg" Type="http://schemas.openxmlformats.org/officeDocument/2006/relationships/image"/><Relationship Id="rId21" Target="../media/image92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5893" y="-1222687"/>
            <a:ext cx="16642107" cy="10480987"/>
          </a:xfrm>
          <a:custGeom>
            <a:avLst/>
            <a:gdLst/>
            <a:ahLst/>
            <a:cxnLst/>
            <a:rect r="r" b="b" t="t" l="l"/>
            <a:pathLst>
              <a:path h="10480987" w="16642107">
                <a:moveTo>
                  <a:pt x="0" y="0"/>
                </a:moveTo>
                <a:lnTo>
                  <a:pt x="16642107" y="0"/>
                </a:lnTo>
                <a:lnTo>
                  <a:pt x="16642107" y="10480987"/>
                </a:lnTo>
                <a:lnTo>
                  <a:pt x="0" y="10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431" t="-50250" r="-25768" b="-95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6560" y="-697772"/>
            <a:ext cx="8057713" cy="2044645"/>
          </a:xfrm>
          <a:custGeom>
            <a:avLst/>
            <a:gdLst/>
            <a:ahLst/>
            <a:cxnLst/>
            <a:rect r="r" b="b" t="t" l="l"/>
            <a:pathLst>
              <a:path h="2044645" w="8057713">
                <a:moveTo>
                  <a:pt x="0" y="0"/>
                </a:moveTo>
                <a:lnTo>
                  <a:pt x="8057713" y="0"/>
                </a:lnTo>
                <a:lnTo>
                  <a:pt x="8057713" y="2044644"/>
                </a:lnTo>
                <a:lnTo>
                  <a:pt x="0" y="2044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543672" y="7140261"/>
            <a:ext cx="7265289" cy="2421763"/>
          </a:xfrm>
          <a:custGeom>
            <a:avLst/>
            <a:gdLst/>
            <a:ahLst/>
            <a:cxnLst/>
            <a:rect r="r" b="b" t="t" l="l"/>
            <a:pathLst>
              <a:path h="2421763" w="7265289">
                <a:moveTo>
                  <a:pt x="0" y="0"/>
                </a:moveTo>
                <a:lnTo>
                  <a:pt x="7265288" y="0"/>
                </a:lnTo>
                <a:lnTo>
                  <a:pt x="7265288" y="2421763"/>
                </a:lnTo>
                <a:lnTo>
                  <a:pt x="0" y="24217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7981">
            <a:off x="12902244" y="1492202"/>
            <a:ext cx="1950777" cy="1497221"/>
          </a:xfrm>
          <a:custGeom>
            <a:avLst/>
            <a:gdLst/>
            <a:ahLst/>
            <a:cxnLst/>
            <a:rect r="r" b="b" t="t" l="l"/>
            <a:pathLst>
              <a:path h="1497221" w="1950777">
                <a:moveTo>
                  <a:pt x="0" y="0"/>
                </a:moveTo>
                <a:lnTo>
                  <a:pt x="1950777" y="0"/>
                </a:lnTo>
                <a:lnTo>
                  <a:pt x="1950777" y="1497222"/>
                </a:lnTo>
                <a:lnTo>
                  <a:pt x="0" y="1497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60311" y="1856762"/>
            <a:ext cx="2270671" cy="817381"/>
          </a:xfrm>
          <a:custGeom>
            <a:avLst/>
            <a:gdLst/>
            <a:ahLst/>
            <a:cxnLst/>
            <a:rect r="r" b="b" t="t" l="l"/>
            <a:pathLst>
              <a:path h="817381" w="2270671">
                <a:moveTo>
                  <a:pt x="0" y="0"/>
                </a:moveTo>
                <a:lnTo>
                  <a:pt x="2270670" y="0"/>
                </a:lnTo>
                <a:lnTo>
                  <a:pt x="2270670" y="817381"/>
                </a:lnTo>
                <a:lnTo>
                  <a:pt x="0" y="8173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9919" t="-178444" r="-38384" b="-224968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3511487" y="7635169"/>
            <a:ext cx="5619963" cy="0"/>
          </a:xfrm>
          <a:prstGeom prst="line">
            <a:avLst/>
          </a:prstGeom>
          <a:ln cap="flat" w="38100">
            <a:solidFill>
              <a:srgbClr val="38333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989016" y="2265452"/>
            <a:ext cx="2126800" cy="0"/>
          </a:xfrm>
          <a:prstGeom prst="line">
            <a:avLst/>
          </a:prstGeom>
          <a:ln cap="flat" w="76200">
            <a:solidFill>
              <a:srgbClr val="ECECE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690992" y="2367996"/>
            <a:ext cx="612294" cy="612294"/>
          </a:xfrm>
          <a:custGeom>
            <a:avLst/>
            <a:gdLst/>
            <a:ahLst/>
            <a:cxnLst/>
            <a:rect r="r" b="b" t="t" l="l"/>
            <a:pathLst>
              <a:path h="612294" w="612294">
                <a:moveTo>
                  <a:pt x="0" y="0"/>
                </a:moveTo>
                <a:lnTo>
                  <a:pt x="612294" y="0"/>
                </a:lnTo>
                <a:lnTo>
                  <a:pt x="612294" y="612293"/>
                </a:lnTo>
                <a:lnTo>
                  <a:pt x="0" y="6122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88826" y="7903348"/>
            <a:ext cx="1603566" cy="619377"/>
          </a:xfrm>
          <a:custGeom>
            <a:avLst/>
            <a:gdLst/>
            <a:ahLst/>
            <a:cxnLst/>
            <a:rect r="r" b="b" t="t" l="l"/>
            <a:pathLst>
              <a:path h="619377" w="1603566">
                <a:moveTo>
                  <a:pt x="0" y="0"/>
                </a:moveTo>
                <a:lnTo>
                  <a:pt x="1603566" y="0"/>
                </a:lnTo>
                <a:lnTo>
                  <a:pt x="1603566" y="619377"/>
                </a:lnTo>
                <a:lnTo>
                  <a:pt x="0" y="6193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5400000">
            <a:off x="-6185327" y="4369054"/>
            <a:ext cx="11651262" cy="2563278"/>
          </a:xfrm>
          <a:custGeom>
            <a:avLst/>
            <a:gdLst/>
            <a:ahLst/>
            <a:cxnLst/>
            <a:rect r="r" b="b" t="t" l="l"/>
            <a:pathLst>
              <a:path h="2563278" w="11651262">
                <a:moveTo>
                  <a:pt x="0" y="0"/>
                </a:moveTo>
                <a:lnTo>
                  <a:pt x="11651262" y="0"/>
                </a:lnTo>
                <a:lnTo>
                  <a:pt x="11651262" y="2563277"/>
                </a:lnTo>
                <a:lnTo>
                  <a:pt x="0" y="256327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511487" y="3302559"/>
            <a:ext cx="1375174" cy="1375174"/>
          </a:xfrm>
          <a:custGeom>
            <a:avLst/>
            <a:gdLst/>
            <a:ahLst/>
            <a:cxnLst/>
            <a:rect r="r" b="b" t="t" l="l"/>
            <a:pathLst>
              <a:path h="1375174" w="1375174">
                <a:moveTo>
                  <a:pt x="0" y="0"/>
                </a:moveTo>
                <a:lnTo>
                  <a:pt x="1375174" y="0"/>
                </a:lnTo>
                <a:lnTo>
                  <a:pt x="1375174" y="1375174"/>
                </a:lnTo>
                <a:lnTo>
                  <a:pt x="0" y="137517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43672" y="3412575"/>
            <a:ext cx="4932614" cy="5240493"/>
          </a:xfrm>
          <a:custGeom>
            <a:avLst/>
            <a:gdLst/>
            <a:ahLst/>
            <a:cxnLst/>
            <a:rect r="r" b="b" t="t" l="l"/>
            <a:pathLst>
              <a:path h="5240493" w="4932614">
                <a:moveTo>
                  <a:pt x="0" y="0"/>
                </a:moveTo>
                <a:lnTo>
                  <a:pt x="4932614" y="0"/>
                </a:lnTo>
                <a:lnTo>
                  <a:pt x="4932614" y="5240494"/>
                </a:lnTo>
                <a:lnTo>
                  <a:pt x="0" y="524049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11487" y="5192083"/>
            <a:ext cx="6109587" cy="194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9"/>
              </a:lnSpc>
            </a:pPr>
            <a:r>
              <a:rPr lang="en-US" sz="8499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Creative Chair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91955" y="7794211"/>
            <a:ext cx="5679152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i="true">
                <a:solidFill>
                  <a:srgbClr val="383333"/>
                </a:solidFill>
                <a:latin typeface="Crimson Pro Italics"/>
                <a:ea typeface="Crimson Pro Italics"/>
                <a:cs typeface="Crimson Pro Italics"/>
                <a:sym typeface="Crimson Pro Italics"/>
              </a:rPr>
              <a:t>Acme Club of 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30981" y="1751987"/>
            <a:ext cx="2141273" cy="91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48"/>
              </a:lnSpc>
            </a:pPr>
            <a:r>
              <a:rPr lang="en-US" sz="5320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2026</a:t>
            </a:r>
          </a:p>
        </p:txBody>
      </p:sp>
      <p:sp>
        <p:nvSpPr>
          <p:cNvPr name="TextBox 17" id="17"/>
          <p:cNvSpPr txBox="true"/>
          <p:nvPr/>
        </p:nvSpPr>
        <p:spPr>
          <a:xfrm rot="-1942032">
            <a:off x="10278217" y="2966019"/>
            <a:ext cx="1495955" cy="5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3"/>
              </a:lnSpc>
              <a:spcBef>
                <a:spcPct val="0"/>
              </a:spcBef>
            </a:pPr>
            <a:r>
              <a:rPr lang="en-US" sz="2495">
                <a:solidFill>
                  <a:srgbClr val="38333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creativity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5893" y="-1222687"/>
            <a:ext cx="16642107" cy="10480987"/>
          </a:xfrm>
          <a:custGeom>
            <a:avLst/>
            <a:gdLst/>
            <a:ahLst/>
            <a:cxnLst/>
            <a:rect r="r" b="b" t="t" l="l"/>
            <a:pathLst>
              <a:path h="10480987" w="16642107">
                <a:moveTo>
                  <a:pt x="0" y="0"/>
                </a:moveTo>
                <a:lnTo>
                  <a:pt x="16642107" y="0"/>
                </a:lnTo>
                <a:lnTo>
                  <a:pt x="16642107" y="10480987"/>
                </a:lnTo>
                <a:lnTo>
                  <a:pt x="0" y="10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431" t="-50250" r="-25768" b="-95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185327" y="4369054"/>
            <a:ext cx="11651262" cy="2563278"/>
          </a:xfrm>
          <a:custGeom>
            <a:avLst/>
            <a:gdLst/>
            <a:ahLst/>
            <a:cxnLst/>
            <a:rect r="r" b="b" t="t" l="l"/>
            <a:pathLst>
              <a:path h="2563278" w="11651262">
                <a:moveTo>
                  <a:pt x="0" y="0"/>
                </a:moveTo>
                <a:lnTo>
                  <a:pt x="11651262" y="0"/>
                </a:lnTo>
                <a:lnTo>
                  <a:pt x="11651262" y="2563277"/>
                </a:lnTo>
                <a:lnTo>
                  <a:pt x="0" y="2563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2828835" y="-666947"/>
            <a:ext cx="2342956" cy="5479143"/>
          </a:xfrm>
          <a:custGeom>
            <a:avLst/>
            <a:gdLst/>
            <a:ahLst/>
            <a:cxnLst/>
            <a:rect r="r" b="b" t="t" l="l"/>
            <a:pathLst>
              <a:path h="5479143" w="2342956">
                <a:moveTo>
                  <a:pt x="0" y="0"/>
                </a:moveTo>
                <a:lnTo>
                  <a:pt x="2342956" y="0"/>
                </a:lnTo>
                <a:lnTo>
                  <a:pt x="2342956" y="5479143"/>
                </a:lnTo>
                <a:lnTo>
                  <a:pt x="0" y="547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6914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4958485" y="5494869"/>
            <a:ext cx="5669742" cy="2501481"/>
          </a:xfrm>
          <a:custGeom>
            <a:avLst/>
            <a:gdLst/>
            <a:ahLst/>
            <a:cxnLst/>
            <a:rect r="r" b="b" t="t" l="l"/>
            <a:pathLst>
              <a:path h="2501481" w="5669742">
                <a:moveTo>
                  <a:pt x="0" y="0"/>
                </a:moveTo>
                <a:lnTo>
                  <a:pt x="5669742" y="0"/>
                </a:lnTo>
                <a:lnTo>
                  <a:pt x="5669742" y="2501481"/>
                </a:lnTo>
                <a:lnTo>
                  <a:pt x="0" y="25014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3871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9956055" y="2911534"/>
            <a:ext cx="3766166" cy="2146714"/>
          </a:xfrm>
          <a:custGeom>
            <a:avLst/>
            <a:gdLst/>
            <a:ahLst/>
            <a:cxnLst/>
            <a:rect r="r" b="b" t="t" l="l"/>
            <a:pathLst>
              <a:path h="2146714" w="3766166">
                <a:moveTo>
                  <a:pt x="3766165" y="0"/>
                </a:moveTo>
                <a:lnTo>
                  <a:pt x="0" y="0"/>
                </a:lnTo>
                <a:lnTo>
                  <a:pt x="0" y="2146714"/>
                </a:lnTo>
                <a:lnTo>
                  <a:pt x="3766165" y="2146714"/>
                </a:lnTo>
                <a:lnTo>
                  <a:pt x="376616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328474" y="2162443"/>
            <a:ext cx="2482363" cy="2373759"/>
          </a:xfrm>
          <a:custGeom>
            <a:avLst/>
            <a:gdLst/>
            <a:ahLst/>
            <a:cxnLst/>
            <a:rect r="r" b="b" t="t" l="l"/>
            <a:pathLst>
              <a:path h="2373759" w="2482363">
                <a:moveTo>
                  <a:pt x="0" y="0"/>
                </a:moveTo>
                <a:lnTo>
                  <a:pt x="2482362" y="0"/>
                </a:lnTo>
                <a:lnTo>
                  <a:pt x="2482362" y="2373759"/>
                </a:lnTo>
                <a:lnTo>
                  <a:pt x="0" y="23737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27097" y="6530001"/>
            <a:ext cx="1466059" cy="1154521"/>
          </a:xfrm>
          <a:custGeom>
            <a:avLst/>
            <a:gdLst/>
            <a:ahLst/>
            <a:cxnLst/>
            <a:rect r="r" b="b" t="t" l="l"/>
            <a:pathLst>
              <a:path h="1154521" w="1466059">
                <a:moveTo>
                  <a:pt x="0" y="0"/>
                </a:moveTo>
                <a:lnTo>
                  <a:pt x="1466058" y="0"/>
                </a:lnTo>
                <a:lnTo>
                  <a:pt x="1466058" y="1154521"/>
                </a:lnTo>
                <a:lnTo>
                  <a:pt x="0" y="11545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569655" y="7988273"/>
            <a:ext cx="1553433" cy="516516"/>
          </a:xfrm>
          <a:custGeom>
            <a:avLst/>
            <a:gdLst/>
            <a:ahLst/>
            <a:cxnLst/>
            <a:rect r="r" b="b" t="t" l="l"/>
            <a:pathLst>
              <a:path h="516516" w="1553433">
                <a:moveTo>
                  <a:pt x="0" y="0"/>
                </a:moveTo>
                <a:lnTo>
                  <a:pt x="1553433" y="0"/>
                </a:lnTo>
                <a:lnTo>
                  <a:pt x="1553433" y="516517"/>
                </a:lnTo>
                <a:lnTo>
                  <a:pt x="0" y="51651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378120" y="2945863"/>
            <a:ext cx="2461050" cy="3180678"/>
          </a:xfrm>
          <a:custGeom>
            <a:avLst/>
            <a:gdLst/>
            <a:ahLst/>
            <a:cxnLst/>
            <a:rect r="r" b="b" t="t" l="l"/>
            <a:pathLst>
              <a:path h="3180678" w="2461050">
                <a:moveTo>
                  <a:pt x="0" y="0"/>
                </a:moveTo>
                <a:lnTo>
                  <a:pt x="2461050" y="0"/>
                </a:lnTo>
                <a:lnTo>
                  <a:pt x="2461050" y="3180678"/>
                </a:lnTo>
                <a:lnTo>
                  <a:pt x="0" y="31806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557230" y="5650692"/>
            <a:ext cx="1195598" cy="1550208"/>
          </a:xfrm>
          <a:custGeom>
            <a:avLst/>
            <a:gdLst/>
            <a:ahLst/>
            <a:cxnLst/>
            <a:rect r="r" b="b" t="t" l="l"/>
            <a:pathLst>
              <a:path h="1550208" w="1195598">
                <a:moveTo>
                  <a:pt x="0" y="0"/>
                </a:moveTo>
                <a:lnTo>
                  <a:pt x="1195598" y="0"/>
                </a:lnTo>
                <a:lnTo>
                  <a:pt x="1195598" y="1550208"/>
                </a:lnTo>
                <a:lnTo>
                  <a:pt x="0" y="155020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366947" y="2987417"/>
            <a:ext cx="3955349" cy="140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3"/>
              </a:lnSpc>
              <a:spcBef>
                <a:spcPct val="0"/>
              </a:spcBef>
            </a:pPr>
            <a:r>
              <a:rPr lang="en-US" b="true" sz="8209" strike="noStrike" u="non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Hello!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44624" y="857250"/>
            <a:ext cx="8990836" cy="149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76"/>
              </a:lnSpc>
              <a:spcBef>
                <a:spcPct val="0"/>
              </a:spcBef>
            </a:pPr>
            <a:r>
              <a:rPr lang="en-US" b="true" sz="8697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Members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746822" y="5650692"/>
            <a:ext cx="1195598" cy="1550208"/>
          </a:xfrm>
          <a:custGeom>
            <a:avLst/>
            <a:gdLst/>
            <a:ahLst/>
            <a:cxnLst/>
            <a:rect r="r" b="b" t="t" l="l"/>
            <a:pathLst>
              <a:path h="1550208" w="1195598">
                <a:moveTo>
                  <a:pt x="0" y="0"/>
                </a:moveTo>
                <a:lnTo>
                  <a:pt x="1195598" y="0"/>
                </a:lnTo>
                <a:lnTo>
                  <a:pt x="1195598" y="1550208"/>
                </a:lnTo>
                <a:lnTo>
                  <a:pt x="0" y="155020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584855" y="7619309"/>
            <a:ext cx="3140348" cy="6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Grisha Ranjit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77255" y="7619309"/>
            <a:ext cx="3745040" cy="6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3"/>
              </a:lnSpc>
              <a:spcBef>
                <a:spcPct val="0"/>
              </a:spcBef>
            </a:pPr>
            <a:r>
              <a:rPr lang="en-US" b="true" sz="3845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Prakriti Chapai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5893" y="-1222687"/>
            <a:ext cx="16642107" cy="10480987"/>
          </a:xfrm>
          <a:custGeom>
            <a:avLst/>
            <a:gdLst/>
            <a:ahLst/>
            <a:cxnLst/>
            <a:rect r="r" b="b" t="t" l="l"/>
            <a:pathLst>
              <a:path h="10480987" w="16642107">
                <a:moveTo>
                  <a:pt x="0" y="0"/>
                </a:moveTo>
                <a:lnTo>
                  <a:pt x="16642107" y="0"/>
                </a:lnTo>
                <a:lnTo>
                  <a:pt x="16642107" y="10480987"/>
                </a:lnTo>
                <a:lnTo>
                  <a:pt x="0" y="10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431" t="-50250" r="-25768" b="-95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185327" y="4369054"/>
            <a:ext cx="11651262" cy="2563278"/>
          </a:xfrm>
          <a:custGeom>
            <a:avLst/>
            <a:gdLst/>
            <a:ahLst/>
            <a:cxnLst/>
            <a:rect r="r" b="b" t="t" l="l"/>
            <a:pathLst>
              <a:path h="2563278" w="11651262">
                <a:moveTo>
                  <a:pt x="0" y="0"/>
                </a:moveTo>
                <a:lnTo>
                  <a:pt x="11651262" y="0"/>
                </a:lnTo>
                <a:lnTo>
                  <a:pt x="11651262" y="2563277"/>
                </a:lnTo>
                <a:lnTo>
                  <a:pt x="0" y="2563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4592557" y="6608947"/>
            <a:ext cx="2276159" cy="3793599"/>
          </a:xfrm>
          <a:custGeom>
            <a:avLst/>
            <a:gdLst/>
            <a:ahLst/>
            <a:cxnLst/>
            <a:rect r="r" b="b" t="t" l="l"/>
            <a:pathLst>
              <a:path h="3793599" w="2276159">
                <a:moveTo>
                  <a:pt x="0" y="0"/>
                </a:moveTo>
                <a:lnTo>
                  <a:pt x="2276160" y="0"/>
                </a:lnTo>
                <a:lnTo>
                  <a:pt x="2276160" y="3793599"/>
                </a:lnTo>
                <a:lnTo>
                  <a:pt x="0" y="3793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012" y="755654"/>
            <a:ext cx="4862449" cy="1931876"/>
          </a:xfrm>
          <a:custGeom>
            <a:avLst/>
            <a:gdLst/>
            <a:ahLst/>
            <a:cxnLst/>
            <a:rect r="r" b="b" t="t" l="l"/>
            <a:pathLst>
              <a:path h="1931876" w="4862449">
                <a:moveTo>
                  <a:pt x="0" y="0"/>
                </a:moveTo>
                <a:lnTo>
                  <a:pt x="4862449" y="0"/>
                </a:lnTo>
                <a:lnTo>
                  <a:pt x="4862449" y="1931876"/>
                </a:lnTo>
                <a:lnTo>
                  <a:pt x="0" y="1931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657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6" id="6"/>
          <p:cNvSpPr/>
          <p:nvPr/>
        </p:nvSpPr>
        <p:spPr>
          <a:xfrm>
            <a:off x="8393709" y="9239250"/>
            <a:ext cx="8865591" cy="0"/>
          </a:xfrm>
          <a:prstGeom prst="line">
            <a:avLst/>
          </a:prstGeom>
          <a:ln cap="flat" w="38100">
            <a:solidFill>
              <a:srgbClr val="49BEB7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921362" y="3001855"/>
            <a:ext cx="4977047" cy="3844769"/>
          </a:xfrm>
          <a:custGeom>
            <a:avLst/>
            <a:gdLst/>
            <a:ahLst/>
            <a:cxnLst/>
            <a:rect r="r" b="b" t="t" l="l"/>
            <a:pathLst>
              <a:path h="3844769" w="4977047">
                <a:moveTo>
                  <a:pt x="0" y="0"/>
                </a:moveTo>
                <a:lnTo>
                  <a:pt x="4977047" y="0"/>
                </a:lnTo>
                <a:lnTo>
                  <a:pt x="4977047" y="3844769"/>
                </a:lnTo>
                <a:lnTo>
                  <a:pt x="0" y="38447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1247" y="7253404"/>
            <a:ext cx="640231" cy="640231"/>
          </a:xfrm>
          <a:custGeom>
            <a:avLst/>
            <a:gdLst/>
            <a:ahLst/>
            <a:cxnLst/>
            <a:rect r="r" b="b" t="t" l="l"/>
            <a:pathLst>
              <a:path h="640231" w="640231">
                <a:moveTo>
                  <a:pt x="0" y="0"/>
                </a:moveTo>
                <a:lnTo>
                  <a:pt x="640231" y="0"/>
                </a:lnTo>
                <a:lnTo>
                  <a:pt x="640231" y="640231"/>
                </a:lnTo>
                <a:lnTo>
                  <a:pt x="0" y="6402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331215" y="5342920"/>
            <a:ext cx="2928085" cy="477405"/>
          </a:xfrm>
          <a:custGeom>
            <a:avLst/>
            <a:gdLst/>
            <a:ahLst/>
            <a:cxnLst/>
            <a:rect r="r" b="b" t="t" l="l"/>
            <a:pathLst>
              <a:path h="477405" w="2928085">
                <a:moveTo>
                  <a:pt x="0" y="0"/>
                </a:moveTo>
                <a:lnTo>
                  <a:pt x="2928085" y="0"/>
                </a:lnTo>
                <a:lnTo>
                  <a:pt x="2928085" y="477405"/>
                </a:lnTo>
                <a:lnTo>
                  <a:pt x="0" y="4774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55116" t="-262339" r="-39355" b="-54565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71852">
            <a:off x="15772368" y="2692139"/>
            <a:ext cx="825942" cy="1402874"/>
          </a:xfrm>
          <a:custGeom>
            <a:avLst/>
            <a:gdLst/>
            <a:ahLst/>
            <a:cxnLst/>
            <a:rect r="r" b="b" t="t" l="l"/>
            <a:pathLst>
              <a:path h="1402874" w="825942">
                <a:moveTo>
                  <a:pt x="0" y="0"/>
                </a:moveTo>
                <a:lnTo>
                  <a:pt x="825942" y="0"/>
                </a:lnTo>
                <a:lnTo>
                  <a:pt x="825942" y="1402874"/>
                </a:lnTo>
                <a:lnTo>
                  <a:pt x="0" y="14028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3555282" y="1165623"/>
            <a:ext cx="12630057" cy="121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2"/>
              </a:lnSpc>
            </a:pPr>
            <a:r>
              <a:rPr lang="en-US" b="true" sz="8709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What is Creative Team?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93709" y="3365659"/>
            <a:ext cx="7078015" cy="155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6"/>
              </a:lnSpc>
            </a:pPr>
            <a:r>
              <a:rPr lang="en-US" sz="3012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We shape how the club looks, feels, and speaks online.</a:t>
            </a:r>
          </a:p>
          <a:p>
            <a:pPr algn="l" marL="0" indent="0" lvl="0">
              <a:lnSpc>
                <a:spcPts val="421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393709" y="4867089"/>
            <a:ext cx="7078015" cy="313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6"/>
              </a:lnSpc>
            </a:pPr>
            <a:r>
              <a:rPr lang="en-US" sz="3012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What you handle:</a:t>
            </a:r>
          </a:p>
          <a:p>
            <a:pPr algn="l" marL="650301" indent="-325150" lvl="1">
              <a:lnSpc>
                <a:spcPts val="4216"/>
              </a:lnSpc>
              <a:buFont typeface="Arial"/>
              <a:buChar char="•"/>
            </a:pPr>
            <a:r>
              <a:rPr lang="en-US" b="true" sz="3012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Social media posts</a:t>
            </a:r>
          </a:p>
          <a:p>
            <a:pPr algn="l" marL="650301" indent="-325150" lvl="1">
              <a:lnSpc>
                <a:spcPts val="4216"/>
              </a:lnSpc>
              <a:buFont typeface="Arial"/>
              <a:buChar char="•"/>
            </a:pPr>
            <a:r>
              <a:rPr lang="en-US" b="true" sz="3012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Posters &amp; creatives</a:t>
            </a:r>
          </a:p>
          <a:p>
            <a:pPr algn="l" marL="650301" indent="-325150" lvl="1">
              <a:lnSpc>
                <a:spcPts val="4216"/>
              </a:lnSpc>
              <a:buFont typeface="Arial"/>
              <a:buChar char="•"/>
            </a:pPr>
            <a:r>
              <a:rPr lang="en-US" b="true" sz="3012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Branding &amp; aesthetics</a:t>
            </a:r>
          </a:p>
          <a:p>
            <a:pPr algn="l" marL="650301" indent="-325150" lvl="1">
              <a:lnSpc>
                <a:spcPts val="4216"/>
              </a:lnSpc>
              <a:buFont typeface="Arial"/>
              <a:buChar char="•"/>
            </a:pPr>
            <a:r>
              <a:rPr lang="en-US" b="true" sz="3012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Event promotions</a:t>
            </a:r>
          </a:p>
          <a:p>
            <a:pPr algn="l" marL="0" indent="0" lvl="0">
              <a:lnSpc>
                <a:spcPts val="42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5893" y="-1222687"/>
            <a:ext cx="16642107" cy="10480987"/>
          </a:xfrm>
          <a:custGeom>
            <a:avLst/>
            <a:gdLst/>
            <a:ahLst/>
            <a:cxnLst/>
            <a:rect r="r" b="b" t="t" l="l"/>
            <a:pathLst>
              <a:path h="10480987" w="16642107">
                <a:moveTo>
                  <a:pt x="0" y="0"/>
                </a:moveTo>
                <a:lnTo>
                  <a:pt x="16642107" y="0"/>
                </a:lnTo>
                <a:lnTo>
                  <a:pt x="16642107" y="10480987"/>
                </a:lnTo>
                <a:lnTo>
                  <a:pt x="0" y="10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431" t="-50250" r="-25768" b="-95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185327" y="4369054"/>
            <a:ext cx="11651262" cy="2563278"/>
          </a:xfrm>
          <a:custGeom>
            <a:avLst/>
            <a:gdLst/>
            <a:ahLst/>
            <a:cxnLst/>
            <a:rect r="r" b="b" t="t" l="l"/>
            <a:pathLst>
              <a:path h="2563278" w="11651262">
                <a:moveTo>
                  <a:pt x="0" y="0"/>
                </a:moveTo>
                <a:lnTo>
                  <a:pt x="11651262" y="0"/>
                </a:lnTo>
                <a:lnTo>
                  <a:pt x="11651262" y="2563277"/>
                </a:lnTo>
                <a:lnTo>
                  <a:pt x="0" y="2563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956739" y="971856"/>
            <a:ext cx="11664372" cy="318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8"/>
              </a:lnSpc>
            </a:pPr>
            <a:r>
              <a:rPr lang="en-US" sz="7829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Why the Creative Team Matters</a:t>
            </a:r>
          </a:p>
          <a:p>
            <a:pPr algn="l" marL="0" indent="0" lvl="0">
              <a:lnSpc>
                <a:spcPts val="8298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228540" y="7156714"/>
            <a:ext cx="6240139" cy="2479239"/>
          </a:xfrm>
          <a:custGeom>
            <a:avLst/>
            <a:gdLst/>
            <a:ahLst/>
            <a:cxnLst/>
            <a:rect r="r" b="b" t="t" l="l"/>
            <a:pathLst>
              <a:path h="2479239" w="6240139">
                <a:moveTo>
                  <a:pt x="0" y="0"/>
                </a:moveTo>
                <a:lnTo>
                  <a:pt x="6240138" y="0"/>
                </a:lnTo>
                <a:lnTo>
                  <a:pt x="6240138" y="2479239"/>
                </a:lnTo>
                <a:lnTo>
                  <a:pt x="0" y="24792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657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844829" y="8555347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95352" y="3392154"/>
            <a:ext cx="5618747" cy="3764560"/>
          </a:xfrm>
          <a:custGeom>
            <a:avLst/>
            <a:gdLst/>
            <a:ahLst/>
            <a:cxnLst/>
            <a:rect r="r" b="b" t="t" l="l"/>
            <a:pathLst>
              <a:path h="3764560" w="5618747">
                <a:moveTo>
                  <a:pt x="0" y="0"/>
                </a:moveTo>
                <a:lnTo>
                  <a:pt x="5618747" y="0"/>
                </a:lnTo>
                <a:lnTo>
                  <a:pt x="5618747" y="3764560"/>
                </a:lnTo>
                <a:lnTo>
                  <a:pt x="0" y="3764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44144" y="1491659"/>
            <a:ext cx="425189" cy="425189"/>
          </a:xfrm>
          <a:custGeom>
            <a:avLst/>
            <a:gdLst/>
            <a:ahLst/>
            <a:cxnLst/>
            <a:rect r="r" b="b" t="t" l="l"/>
            <a:pathLst>
              <a:path h="425189" w="425189">
                <a:moveTo>
                  <a:pt x="0" y="0"/>
                </a:moveTo>
                <a:lnTo>
                  <a:pt x="425190" y="0"/>
                </a:lnTo>
                <a:lnTo>
                  <a:pt x="425190" y="425190"/>
                </a:lnTo>
                <a:lnTo>
                  <a:pt x="0" y="4251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860566" y="4853575"/>
            <a:ext cx="1721132" cy="1893956"/>
          </a:xfrm>
          <a:custGeom>
            <a:avLst/>
            <a:gdLst/>
            <a:ahLst/>
            <a:cxnLst/>
            <a:rect r="r" b="b" t="t" l="l"/>
            <a:pathLst>
              <a:path h="1893956" w="1721132">
                <a:moveTo>
                  <a:pt x="0" y="0"/>
                </a:moveTo>
                <a:lnTo>
                  <a:pt x="1721132" y="0"/>
                </a:lnTo>
                <a:lnTo>
                  <a:pt x="1721132" y="1893956"/>
                </a:lnTo>
                <a:lnTo>
                  <a:pt x="0" y="18939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85551">
            <a:off x="10639661" y="6968492"/>
            <a:ext cx="938907" cy="1360734"/>
          </a:xfrm>
          <a:custGeom>
            <a:avLst/>
            <a:gdLst/>
            <a:ahLst/>
            <a:cxnLst/>
            <a:rect r="r" b="b" t="t" l="l"/>
            <a:pathLst>
              <a:path h="1360734" w="938907">
                <a:moveTo>
                  <a:pt x="0" y="0"/>
                </a:moveTo>
                <a:lnTo>
                  <a:pt x="938907" y="0"/>
                </a:lnTo>
                <a:lnTo>
                  <a:pt x="938907" y="1360734"/>
                </a:lnTo>
                <a:lnTo>
                  <a:pt x="0" y="13607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348609" y="2260512"/>
            <a:ext cx="579849" cy="579849"/>
          </a:xfrm>
          <a:custGeom>
            <a:avLst/>
            <a:gdLst/>
            <a:ahLst/>
            <a:cxnLst/>
            <a:rect r="r" b="b" t="t" l="l"/>
            <a:pathLst>
              <a:path h="579849" w="579849">
                <a:moveTo>
                  <a:pt x="0" y="0"/>
                </a:moveTo>
                <a:lnTo>
                  <a:pt x="579849" y="0"/>
                </a:lnTo>
                <a:lnTo>
                  <a:pt x="579849" y="579849"/>
                </a:lnTo>
                <a:lnTo>
                  <a:pt x="0" y="5798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2956739" y="3804093"/>
            <a:ext cx="8426019" cy="393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6465" indent="-423232" lvl="1">
              <a:lnSpc>
                <a:spcPts val="5214"/>
              </a:lnSpc>
              <a:buFont typeface="Arial"/>
              <a:buChar char="•"/>
            </a:pPr>
            <a:r>
              <a:rPr lang="en-US" b="true" sz="3920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First impression = design</a:t>
            </a:r>
          </a:p>
          <a:p>
            <a:pPr algn="l" marL="846465" indent="-423232" lvl="1">
              <a:lnSpc>
                <a:spcPts val="5214"/>
              </a:lnSpc>
              <a:buFont typeface="Arial"/>
              <a:buChar char="•"/>
            </a:pPr>
            <a:r>
              <a:rPr lang="en-US" b="true" sz="3920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social</a:t>
            </a:r>
            <a:r>
              <a:rPr lang="en-US" b="true" sz="3920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media = club’s public face</a:t>
            </a:r>
          </a:p>
          <a:p>
            <a:pPr algn="l" marL="846465" indent="-423232" lvl="1">
              <a:lnSpc>
                <a:spcPts val="5214"/>
              </a:lnSpc>
              <a:buFont typeface="Arial"/>
              <a:buChar char="•"/>
            </a:pPr>
            <a:r>
              <a:rPr lang="en-US" b="true" sz="3920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Good design → more reach, engagement &amp; credibility</a:t>
            </a:r>
          </a:p>
          <a:p>
            <a:pPr algn="l" marL="0" indent="0" lvl="0">
              <a:lnSpc>
                <a:spcPts val="521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5893" y="-1222687"/>
            <a:ext cx="16642107" cy="10480987"/>
          </a:xfrm>
          <a:custGeom>
            <a:avLst/>
            <a:gdLst/>
            <a:ahLst/>
            <a:cxnLst/>
            <a:rect r="r" b="b" t="t" l="l"/>
            <a:pathLst>
              <a:path h="10480987" w="16642107">
                <a:moveTo>
                  <a:pt x="0" y="0"/>
                </a:moveTo>
                <a:lnTo>
                  <a:pt x="16642107" y="0"/>
                </a:lnTo>
                <a:lnTo>
                  <a:pt x="16642107" y="10480987"/>
                </a:lnTo>
                <a:lnTo>
                  <a:pt x="0" y="10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431" t="-50250" r="-25768" b="-95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185327" y="4369054"/>
            <a:ext cx="11651262" cy="2563278"/>
          </a:xfrm>
          <a:custGeom>
            <a:avLst/>
            <a:gdLst/>
            <a:ahLst/>
            <a:cxnLst/>
            <a:rect r="r" b="b" t="t" l="l"/>
            <a:pathLst>
              <a:path h="2563278" w="11651262">
                <a:moveTo>
                  <a:pt x="0" y="0"/>
                </a:moveTo>
                <a:lnTo>
                  <a:pt x="11651262" y="0"/>
                </a:lnTo>
                <a:lnTo>
                  <a:pt x="11651262" y="2563277"/>
                </a:lnTo>
                <a:lnTo>
                  <a:pt x="0" y="2563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161291" y="8134506"/>
            <a:ext cx="7526709" cy="1213978"/>
          </a:xfrm>
          <a:custGeom>
            <a:avLst/>
            <a:gdLst/>
            <a:ahLst/>
            <a:cxnLst/>
            <a:rect r="r" b="b" t="t" l="l"/>
            <a:pathLst>
              <a:path h="1213978" w="7526709">
                <a:moveTo>
                  <a:pt x="0" y="0"/>
                </a:moveTo>
                <a:lnTo>
                  <a:pt x="7526709" y="0"/>
                </a:lnTo>
                <a:lnTo>
                  <a:pt x="7526709" y="1213979"/>
                </a:lnTo>
                <a:lnTo>
                  <a:pt x="0" y="12139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58673" b="-1065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0546" y="-764373"/>
            <a:ext cx="8609563" cy="3072146"/>
          </a:xfrm>
          <a:custGeom>
            <a:avLst/>
            <a:gdLst/>
            <a:ahLst/>
            <a:cxnLst/>
            <a:rect r="r" b="b" t="t" l="l"/>
            <a:pathLst>
              <a:path h="3072146" w="8609563">
                <a:moveTo>
                  <a:pt x="0" y="0"/>
                </a:moveTo>
                <a:lnTo>
                  <a:pt x="8609563" y="0"/>
                </a:lnTo>
                <a:lnTo>
                  <a:pt x="8609563" y="3072145"/>
                </a:lnTo>
                <a:lnTo>
                  <a:pt x="0" y="3072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4062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85573">
            <a:off x="8376144" y="367532"/>
            <a:ext cx="1725723" cy="1322336"/>
          </a:xfrm>
          <a:custGeom>
            <a:avLst/>
            <a:gdLst/>
            <a:ahLst/>
            <a:cxnLst/>
            <a:rect r="r" b="b" t="t" l="l"/>
            <a:pathLst>
              <a:path h="1322336" w="1725723">
                <a:moveTo>
                  <a:pt x="0" y="0"/>
                </a:moveTo>
                <a:lnTo>
                  <a:pt x="1725723" y="0"/>
                </a:lnTo>
                <a:lnTo>
                  <a:pt x="1725723" y="1322336"/>
                </a:lnTo>
                <a:lnTo>
                  <a:pt x="0" y="13223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68724">
            <a:off x="14663652" y="2983083"/>
            <a:ext cx="912143" cy="1303061"/>
          </a:xfrm>
          <a:custGeom>
            <a:avLst/>
            <a:gdLst/>
            <a:ahLst/>
            <a:cxnLst/>
            <a:rect r="r" b="b" t="t" l="l"/>
            <a:pathLst>
              <a:path h="1303061" w="912143">
                <a:moveTo>
                  <a:pt x="0" y="0"/>
                </a:moveTo>
                <a:lnTo>
                  <a:pt x="912143" y="0"/>
                </a:lnTo>
                <a:lnTo>
                  <a:pt x="912143" y="1303061"/>
                </a:lnTo>
                <a:lnTo>
                  <a:pt x="0" y="13030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530159" y="4684968"/>
            <a:ext cx="723335" cy="917065"/>
          </a:xfrm>
          <a:custGeom>
            <a:avLst/>
            <a:gdLst/>
            <a:ahLst/>
            <a:cxnLst/>
            <a:rect r="r" b="b" t="t" l="l"/>
            <a:pathLst>
              <a:path h="917065" w="723335">
                <a:moveTo>
                  <a:pt x="0" y="0"/>
                </a:moveTo>
                <a:lnTo>
                  <a:pt x="723334" y="0"/>
                </a:lnTo>
                <a:lnTo>
                  <a:pt x="723334" y="917064"/>
                </a:lnTo>
                <a:lnTo>
                  <a:pt x="0" y="9170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137300" y="2262218"/>
            <a:ext cx="10013400" cy="283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6"/>
              </a:lnSpc>
            </a:pPr>
            <a:r>
              <a:rPr lang="en-US" sz="6949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Tools &amp; Platforms We Use</a:t>
            </a:r>
          </a:p>
          <a:p>
            <a:pPr algn="ctr" marL="0" indent="0" lvl="0">
              <a:lnSpc>
                <a:spcPts val="736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159658" y="4507403"/>
            <a:ext cx="8364139" cy="362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53325" indent="-626662" lvl="1">
              <a:lnSpc>
                <a:spcPts val="7198"/>
              </a:lnSpc>
              <a:buFont typeface="Arial"/>
              <a:buChar char="•"/>
            </a:pPr>
            <a:r>
              <a:rPr lang="en-US" b="true" sz="5805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Canva </a:t>
            </a:r>
          </a:p>
          <a:p>
            <a:pPr algn="l" marL="1253325" indent="-626662" lvl="1">
              <a:lnSpc>
                <a:spcPts val="7198"/>
              </a:lnSpc>
              <a:buFont typeface="Arial"/>
              <a:buChar char="•"/>
            </a:pPr>
            <a:r>
              <a:rPr lang="en-US" b="true" sz="5805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Instagram, LinkedIn, Faceboo,Tiktok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5893" y="-1222687"/>
            <a:ext cx="16642107" cy="10480987"/>
          </a:xfrm>
          <a:custGeom>
            <a:avLst/>
            <a:gdLst/>
            <a:ahLst/>
            <a:cxnLst/>
            <a:rect r="r" b="b" t="t" l="l"/>
            <a:pathLst>
              <a:path h="10480987" w="16642107">
                <a:moveTo>
                  <a:pt x="0" y="0"/>
                </a:moveTo>
                <a:lnTo>
                  <a:pt x="16642107" y="0"/>
                </a:lnTo>
                <a:lnTo>
                  <a:pt x="16642107" y="10480987"/>
                </a:lnTo>
                <a:lnTo>
                  <a:pt x="0" y="10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431" t="-50250" r="-25768" b="-95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185327" y="4369054"/>
            <a:ext cx="11651262" cy="2563278"/>
          </a:xfrm>
          <a:custGeom>
            <a:avLst/>
            <a:gdLst/>
            <a:ahLst/>
            <a:cxnLst/>
            <a:rect r="r" b="b" t="t" l="l"/>
            <a:pathLst>
              <a:path h="2563278" w="11651262">
                <a:moveTo>
                  <a:pt x="0" y="0"/>
                </a:moveTo>
                <a:lnTo>
                  <a:pt x="11651262" y="0"/>
                </a:lnTo>
                <a:lnTo>
                  <a:pt x="11651262" y="2563277"/>
                </a:lnTo>
                <a:lnTo>
                  <a:pt x="0" y="2563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306918" y="1873274"/>
            <a:ext cx="4300074" cy="1897186"/>
          </a:xfrm>
          <a:custGeom>
            <a:avLst/>
            <a:gdLst/>
            <a:ahLst/>
            <a:cxnLst/>
            <a:rect r="r" b="b" t="t" l="l"/>
            <a:pathLst>
              <a:path h="1897186" w="4300074">
                <a:moveTo>
                  <a:pt x="0" y="0"/>
                </a:moveTo>
                <a:lnTo>
                  <a:pt x="4300074" y="0"/>
                </a:lnTo>
                <a:lnTo>
                  <a:pt x="4300074" y="1897185"/>
                </a:lnTo>
                <a:lnTo>
                  <a:pt x="0" y="1897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3871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876853" y="4296861"/>
            <a:ext cx="5147170" cy="5192605"/>
          </a:xfrm>
          <a:custGeom>
            <a:avLst/>
            <a:gdLst/>
            <a:ahLst/>
            <a:cxnLst/>
            <a:rect r="r" b="b" t="t" l="l"/>
            <a:pathLst>
              <a:path h="5192605" w="5147170">
                <a:moveTo>
                  <a:pt x="0" y="0"/>
                </a:moveTo>
                <a:lnTo>
                  <a:pt x="5147170" y="0"/>
                </a:lnTo>
                <a:lnTo>
                  <a:pt x="5147170" y="5192605"/>
                </a:lnTo>
                <a:lnTo>
                  <a:pt x="0" y="51926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49388" y="7818964"/>
            <a:ext cx="1620042" cy="1780266"/>
          </a:xfrm>
          <a:custGeom>
            <a:avLst/>
            <a:gdLst/>
            <a:ahLst/>
            <a:cxnLst/>
            <a:rect r="r" b="b" t="t" l="l"/>
            <a:pathLst>
              <a:path h="1780266" w="1620042">
                <a:moveTo>
                  <a:pt x="0" y="0"/>
                </a:moveTo>
                <a:lnTo>
                  <a:pt x="1620042" y="0"/>
                </a:lnTo>
                <a:lnTo>
                  <a:pt x="1620042" y="1780266"/>
                </a:lnTo>
                <a:lnTo>
                  <a:pt x="0" y="1780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037375">
            <a:off x="15879311" y="2476060"/>
            <a:ext cx="684697" cy="691613"/>
          </a:xfrm>
          <a:custGeom>
            <a:avLst/>
            <a:gdLst/>
            <a:ahLst/>
            <a:cxnLst/>
            <a:rect r="r" b="b" t="t" l="l"/>
            <a:pathLst>
              <a:path h="691613" w="684697">
                <a:moveTo>
                  <a:pt x="0" y="0"/>
                </a:moveTo>
                <a:lnTo>
                  <a:pt x="684698" y="0"/>
                </a:lnTo>
                <a:lnTo>
                  <a:pt x="684698" y="691613"/>
                </a:lnTo>
                <a:lnTo>
                  <a:pt x="0" y="6916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true" rot="-6889381">
            <a:off x="3071760" y="7481805"/>
            <a:ext cx="667575" cy="674319"/>
          </a:xfrm>
          <a:custGeom>
            <a:avLst/>
            <a:gdLst/>
            <a:ahLst/>
            <a:cxnLst/>
            <a:rect r="r" b="b" t="t" l="l"/>
            <a:pathLst>
              <a:path h="674319" w="667575">
                <a:moveTo>
                  <a:pt x="667575" y="674318"/>
                </a:moveTo>
                <a:lnTo>
                  <a:pt x="0" y="674318"/>
                </a:lnTo>
                <a:lnTo>
                  <a:pt x="0" y="0"/>
                </a:lnTo>
                <a:lnTo>
                  <a:pt x="667575" y="0"/>
                </a:lnTo>
                <a:lnTo>
                  <a:pt x="667575" y="674318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739645" y="918631"/>
            <a:ext cx="13254602" cy="309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9"/>
              </a:lnSpc>
            </a:pPr>
            <a:r>
              <a:rPr lang="en-US" sz="7612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Expectations From Team Members</a:t>
            </a:r>
          </a:p>
          <a:p>
            <a:pPr algn="ctr" marL="0" indent="0" lvl="0">
              <a:lnSpc>
                <a:spcPts val="806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002914" y="3858743"/>
            <a:ext cx="8722712" cy="539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35797" indent="-517898" lvl="1">
              <a:lnSpc>
                <a:spcPts val="6140"/>
              </a:lnSpc>
              <a:buFont typeface="Arial"/>
              <a:buChar char="•"/>
            </a:pPr>
            <a:r>
              <a:rPr lang="en-US" b="true" sz="4797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Meeting deadlines</a:t>
            </a:r>
          </a:p>
          <a:p>
            <a:pPr algn="just" marL="1035797" indent="-517898" lvl="1">
              <a:lnSpc>
                <a:spcPts val="6140"/>
              </a:lnSpc>
              <a:buFont typeface="Arial"/>
              <a:buChar char="•"/>
            </a:pPr>
            <a:r>
              <a:rPr lang="en-US" b="true" sz="4797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Being open to feedback</a:t>
            </a:r>
          </a:p>
          <a:p>
            <a:pPr algn="just" marL="1035797" indent="-517898" lvl="1">
              <a:lnSpc>
                <a:spcPts val="6140"/>
              </a:lnSpc>
              <a:buFont typeface="Arial"/>
              <a:buChar char="•"/>
            </a:pPr>
            <a:r>
              <a:rPr lang="en-US" b="true" sz="4797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Consistency in posting</a:t>
            </a:r>
          </a:p>
          <a:p>
            <a:pPr algn="just" marL="1035797" indent="-517898" lvl="1">
              <a:lnSpc>
                <a:spcPts val="6140"/>
              </a:lnSpc>
              <a:buFont typeface="Arial"/>
              <a:buChar char="•"/>
            </a:pPr>
            <a:r>
              <a:rPr lang="en-US" b="true" sz="4797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Creativity + responsibility</a:t>
            </a:r>
          </a:p>
          <a:p>
            <a:pPr algn="just">
              <a:lnSpc>
                <a:spcPts val="6140"/>
              </a:lnSpc>
            </a:pPr>
          </a:p>
          <a:p>
            <a:pPr algn="ctr">
              <a:lnSpc>
                <a:spcPts val="6140"/>
              </a:lnSpc>
            </a:pPr>
            <a:r>
              <a:rPr lang="en-US" sz="4797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Keep it friendly, not strict.</a:t>
            </a:r>
          </a:p>
          <a:p>
            <a:pPr algn="just" marL="0" indent="0" lvl="0">
              <a:lnSpc>
                <a:spcPts val="61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5893" y="-1222687"/>
            <a:ext cx="16642107" cy="10480987"/>
          </a:xfrm>
          <a:custGeom>
            <a:avLst/>
            <a:gdLst/>
            <a:ahLst/>
            <a:cxnLst/>
            <a:rect r="r" b="b" t="t" l="l"/>
            <a:pathLst>
              <a:path h="10480987" w="16642107">
                <a:moveTo>
                  <a:pt x="0" y="0"/>
                </a:moveTo>
                <a:lnTo>
                  <a:pt x="16642107" y="0"/>
                </a:lnTo>
                <a:lnTo>
                  <a:pt x="16642107" y="10480987"/>
                </a:lnTo>
                <a:lnTo>
                  <a:pt x="0" y="10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431" t="-50250" r="-25768" b="-95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185327" y="4369054"/>
            <a:ext cx="11651262" cy="2563278"/>
          </a:xfrm>
          <a:custGeom>
            <a:avLst/>
            <a:gdLst/>
            <a:ahLst/>
            <a:cxnLst/>
            <a:rect r="r" b="b" t="t" l="l"/>
            <a:pathLst>
              <a:path h="2563278" w="11651262">
                <a:moveTo>
                  <a:pt x="0" y="0"/>
                </a:moveTo>
                <a:lnTo>
                  <a:pt x="11651262" y="0"/>
                </a:lnTo>
                <a:lnTo>
                  <a:pt x="11651262" y="2563277"/>
                </a:lnTo>
                <a:lnTo>
                  <a:pt x="0" y="2563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010877" y="7081626"/>
            <a:ext cx="8198815" cy="2925579"/>
          </a:xfrm>
          <a:custGeom>
            <a:avLst/>
            <a:gdLst/>
            <a:ahLst/>
            <a:cxnLst/>
            <a:rect r="r" b="b" t="t" l="l"/>
            <a:pathLst>
              <a:path h="2925579" w="8198815">
                <a:moveTo>
                  <a:pt x="0" y="0"/>
                </a:moveTo>
                <a:lnTo>
                  <a:pt x="8198815" y="0"/>
                </a:lnTo>
                <a:lnTo>
                  <a:pt x="8198815" y="2925579"/>
                </a:lnTo>
                <a:lnTo>
                  <a:pt x="0" y="2925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0622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5" id="5"/>
          <p:cNvSpPr/>
          <p:nvPr/>
        </p:nvSpPr>
        <p:spPr>
          <a:xfrm flipV="true">
            <a:off x="3248610" y="8530128"/>
            <a:ext cx="7655176" cy="0"/>
          </a:xfrm>
          <a:prstGeom prst="line">
            <a:avLst/>
          </a:prstGeom>
          <a:ln cap="flat" w="28575">
            <a:solidFill>
              <a:srgbClr val="38333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045893" y="8920765"/>
            <a:ext cx="646495" cy="646495"/>
          </a:xfrm>
          <a:custGeom>
            <a:avLst/>
            <a:gdLst/>
            <a:ahLst/>
            <a:cxnLst/>
            <a:rect r="r" b="b" t="t" l="l"/>
            <a:pathLst>
              <a:path h="646495" w="646495">
                <a:moveTo>
                  <a:pt x="0" y="0"/>
                </a:moveTo>
                <a:lnTo>
                  <a:pt x="646495" y="0"/>
                </a:lnTo>
                <a:lnTo>
                  <a:pt x="646495" y="646495"/>
                </a:lnTo>
                <a:lnTo>
                  <a:pt x="0" y="6464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409970" y="3538405"/>
            <a:ext cx="5544423" cy="3888027"/>
          </a:xfrm>
          <a:custGeom>
            <a:avLst/>
            <a:gdLst/>
            <a:ahLst/>
            <a:cxnLst/>
            <a:rect r="r" b="b" t="t" l="l"/>
            <a:pathLst>
              <a:path h="3888027" w="5544423">
                <a:moveTo>
                  <a:pt x="0" y="0"/>
                </a:moveTo>
                <a:lnTo>
                  <a:pt x="5544422" y="0"/>
                </a:lnTo>
                <a:lnTo>
                  <a:pt x="5544422" y="3888026"/>
                </a:lnTo>
                <a:lnTo>
                  <a:pt x="0" y="38880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42426" y="-1006318"/>
            <a:ext cx="7315200" cy="2353190"/>
          </a:xfrm>
          <a:custGeom>
            <a:avLst/>
            <a:gdLst/>
            <a:ahLst/>
            <a:cxnLst/>
            <a:rect r="r" b="b" t="t" l="l"/>
            <a:pathLst>
              <a:path h="2353190" w="7315200">
                <a:moveTo>
                  <a:pt x="0" y="0"/>
                </a:moveTo>
                <a:lnTo>
                  <a:pt x="7315200" y="0"/>
                </a:lnTo>
                <a:lnTo>
                  <a:pt x="7315200" y="2353190"/>
                </a:lnTo>
                <a:lnTo>
                  <a:pt x="0" y="23531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7291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409970" y="1990918"/>
            <a:ext cx="1472589" cy="947979"/>
          </a:xfrm>
          <a:custGeom>
            <a:avLst/>
            <a:gdLst/>
            <a:ahLst/>
            <a:cxnLst/>
            <a:rect r="r" b="b" t="t" l="l"/>
            <a:pathLst>
              <a:path h="947979" w="1472589">
                <a:moveTo>
                  <a:pt x="0" y="0"/>
                </a:moveTo>
                <a:lnTo>
                  <a:pt x="1472589" y="0"/>
                </a:lnTo>
                <a:lnTo>
                  <a:pt x="1472589" y="947980"/>
                </a:lnTo>
                <a:lnTo>
                  <a:pt x="0" y="9479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366402" y="2762579"/>
            <a:ext cx="587990" cy="904600"/>
          </a:xfrm>
          <a:custGeom>
            <a:avLst/>
            <a:gdLst/>
            <a:ahLst/>
            <a:cxnLst/>
            <a:rect r="r" b="b" t="t" l="l"/>
            <a:pathLst>
              <a:path h="904600" w="587990">
                <a:moveTo>
                  <a:pt x="0" y="0"/>
                </a:moveTo>
                <a:lnTo>
                  <a:pt x="587990" y="0"/>
                </a:lnTo>
                <a:lnTo>
                  <a:pt x="587990" y="904600"/>
                </a:lnTo>
                <a:lnTo>
                  <a:pt x="0" y="904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742426" y="1123950"/>
            <a:ext cx="8667544" cy="291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5"/>
              </a:lnSpc>
            </a:pPr>
            <a:r>
              <a:rPr lang="en-US" sz="7165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Creative Freedom &amp; Growth</a:t>
            </a:r>
          </a:p>
          <a:p>
            <a:pPr algn="ctr" marL="0" indent="0" lvl="0">
              <a:lnSpc>
                <a:spcPts val="7595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742426" y="3648129"/>
            <a:ext cx="8135838" cy="403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6438" indent="-473219" lvl="1">
              <a:lnSpc>
                <a:spcPts val="5304"/>
              </a:lnSpc>
              <a:buFont typeface="Arial"/>
              <a:buChar char="•"/>
            </a:pPr>
            <a:r>
              <a:rPr lang="en-US" b="true" sz="4383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Learning design &amp; social media skills</a:t>
            </a:r>
          </a:p>
          <a:p>
            <a:pPr algn="l" marL="946438" indent="-473219" lvl="1">
              <a:lnSpc>
                <a:spcPts val="5304"/>
              </a:lnSpc>
              <a:buFont typeface="Arial"/>
              <a:buChar char="•"/>
            </a:pPr>
            <a:r>
              <a:rPr lang="en-US" b="true" sz="4383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Building a portfolio</a:t>
            </a:r>
          </a:p>
          <a:p>
            <a:pPr algn="l" marL="946438" indent="-473219" lvl="1">
              <a:lnSpc>
                <a:spcPts val="5304"/>
              </a:lnSpc>
              <a:buFont typeface="Arial"/>
              <a:buChar char="•"/>
            </a:pPr>
            <a:r>
              <a:rPr lang="en-US" b="true" sz="4383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Leadership &amp; teamwork</a:t>
            </a:r>
          </a:p>
          <a:p>
            <a:pPr algn="l" marL="946438" indent="-473219" lvl="1">
              <a:lnSpc>
                <a:spcPts val="5304"/>
              </a:lnSpc>
              <a:buFont typeface="Arial"/>
              <a:buChar char="•"/>
            </a:pPr>
            <a:r>
              <a:rPr lang="en-US" b="true" sz="4383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Creative freedom to experiment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5893" y="-1222687"/>
            <a:ext cx="16642107" cy="10480987"/>
          </a:xfrm>
          <a:custGeom>
            <a:avLst/>
            <a:gdLst/>
            <a:ahLst/>
            <a:cxnLst/>
            <a:rect r="r" b="b" t="t" l="l"/>
            <a:pathLst>
              <a:path h="10480987" w="16642107">
                <a:moveTo>
                  <a:pt x="0" y="0"/>
                </a:moveTo>
                <a:lnTo>
                  <a:pt x="16642107" y="0"/>
                </a:lnTo>
                <a:lnTo>
                  <a:pt x="16642107" y="10480987"/>
                </a:lnTo>
                <a:lnTo>
                  <a:pt x="0" y="1048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431" t="-50250" r="-25768" b="-951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6185327" y="4369054"/>
            <a:ext cx="11651262" cy="2563278"/>
          </a:xfrm>
          <a:custGeom>
            <a:avLst/>
            <a:gdLst/>
            <a:ahLst/>
            <a:cxnLst/>
            <a:rect r="r" b="b" t="t" l="l"/>
            <a:pathLst>
              <a:path h="2563278" w="11651262">
                <a:moveTo>
                  <a:pt x="0" y="0"/>
                </a:moveTo>
                <a:lnTo>
                  <a:pt x="11651262" y="0"/>
                </a:lnTo>
                <a:lnTo>
                  <a:pt x="11651262" y="2563277"/>
                </a:lnTo>
                <a:lnTo>
                  <a:pt x="0" y="2563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002061" y="1009099"/>
            <a:ext cx="4750588" cy="1965534"/>
          </a:xfrm>
          <a:custGeom>
            <a:avLst/>
            <a:gdLst/>
            <a:ahLst/>
            <a:cxnLst/>
            <a:rect r="r" b="b" t="t" l="l"/>
            <a:pathLst>
              <a:path h="1965534" w="4750588">
                <a:moveTo>
                  <a:pt x="0" y="0"/>
                </a:moveTo>
                <a:lnTo>
                  <a:pt x="4750588" y="0"/>
                </a:lnTo>
                <a:lnTo>
                  <a:pt x="4750588" y="1965534"/>
                </a:lnTo>
                <a:lnTo>
                  <a:pt x="0" y="1965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0725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13994" y="5373159"/>
            <a:ext cx="6372090" cy="2925579"/>
          </a:xfrm>
          <a:custGeom>
            <a:avLst/>
            <a:gdLst/>
            <a:ahLst/>
            <a:cxnLst/>
            <a:rect r="r" b="b" t="t" l="l"/>
            <a:pathLst>
              <a:path h="2925579" w="6372090">
                <a:moveTo>
                  <a:pt x="0" y="0"/>
                </a:moveTo>
                <a:lnTo>
                  <a:pt x="6372090" y="0"/>
                </a:lnTo>
                <a:lnTo>
                  <a:pt x="6372090" y="2925579"/>
                </a:lnTo>
                <a:lnTo>
                  <a:pt x="0" y="2925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80935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6" id="6"/>
          <p:cNvSpPr/>
          <p:nvPr/>
        </p:nvSpPr>
        <p:spPr>
          <a:xfrm>
            <a:off x="8382555" y="7247140"/>
            <a:ext cx="7655176" cy="0"/>
          </a:xfrm>
          <a:prstGeom prst="line">
            <a:avLst/>
          </a:prstGeom>
          <a:ln cap="flat" w="38100">
            <a:solidFill>
              <a:srgbClr val="38333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true" rot="0">
            <a:off x="7049695" y="7266190"/>
            <a:ext cx="655320" cy="655320"/>
          </a:xfrm>
          <a:custGeom>
            <a:avLst/>
            <a:gdLst/>
            <a:ahLst/>
            <a:cxnLst/>
            <a:rect r="r" b="b" t="t" l="l"/>
            <a:pathLst>
              <a:path h="655320" w="655320">
                <a:moveTo>
                  <a:pt x="0" y="655320"/>
                </a:moveTo>
                <a:lnTo>
                  <a:pt x="655320" y="655320"/>
                </a:lnTo>
                <a:lnTo>
                  <a:pt x="655320" y="0"/>
                </a:lnTo>
                <a:lnTo>
                  <a:pt x="0" y="0"/>
                </a:lnTo>
                <a:lnTo>
                  <a:pt x="0" y="65532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326757">
            <a:off x="2797607" y="3718448"/>
            <a:ext cx="3540838" cy="3864489"/>
          </a:xfrm>
          <a:custGeom>
            <a:avLst/>
            <a:gdLst/>
            <a:ahLst/>
            <a:cxnLst/>
            <a:rect r="r" b="b" t="t" l="l"/>
            <a:pathLst>
              <a:path h="3864489" w="3540838">
                <a:moveTo>
                  <a:pt x="0" y="0"/>
                </a:moveTo>
                <a:lnTo>
                  <a:pt x="3540838" y="0"/>
                </a:lnTo>
                <a:lnTo>
                  <a:pt x="3540838" y="3864489"/>
                </a:lnTo>
                <a:lnTo>
                  <a:pt x="0" y="38644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2378040" y="2185167"/>
            <a:ext cx="1167924" cy="668636"/>
          </a:xfrm>
          <a:custGeom>
            <a:avLst/>
            <a:gdLst/>
            <a:ahLst/>
            <a:cxnLst/>
            <a:rect r="r" b="b" t="t" l="l"/>
            <a:pathLst>
              <a:path h="668636" w="1167924">
                <a:moveTo>
                  <a:pt x="0" y="0"/>
                </a:moveTo>
                <a:lnTo>
                  <a:pt x="1167924" y="0"/>
                </a:lnTo>
                <a:lnTo>
                  <a:pt x="1167924" y="668636"/>
                </a:lnTo>
                <a:lnTo>
                  <a:pt x="0" y="6686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7911428" y="2198966"/>
            <a:ext cx="942253" cy="485260"/>
          </a:xfrm>
          <a:custGeom>
            <a:avLst/>
            <a:gdLst/>
            <a:ahLst/>
            <a:cxnLst/>
            <a:rect r="r" b="b" t="t" l="l"/>
            <a:pathLst>
              <a:path h="485260" w="942253">
                <a:moveTo>
                  <a:pt x="942253" y="0"/>
                </a:moveTo>
                <a:lnTo>
                  <a:pt x="0" y="0"/>
                </a:lnTo>
                <a:lnTo>
                  <a:pt x="0" y="485260"/>
                </a:lnTo>
                <a:lnTo>
                  <a:pt x="942253" y="485260"/>
                </a:lnTo>
                <a:lnTo>
                  <a:pt x="94225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108770" y="8098317"/>
            <a:ext cx="744911" cy="529564"/>
          </a:xfrm>
          <a:custGeom>
            <a:avLst/>
            <a:gdLst/>
            <a:ahLst/>
            <a:cxnLst/>
            <a:rect r="r" b="b" t="t" l="l"/>
            <a:pathLst>
              <a:path h="529564" w="744911">
                <a:moveTo>
                  <a:pt x="0" y="0"/>
                </a:moveTo>
                <a:lnTo>
                  <a:pt x="744911" y="0"/>
                </a:lnTo>
                <a:lnTo>
                  <a:pt x="744911" y="529564"/>
                </a:lnTo>
                <a:lnTo>
                  <a:pt x="0" y="529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14352" y="8794630"/>
            <a:ext cx="599484" cy="599484"/>
          </a:xfrm>
          <a:custGeom>
            <a:avLst/>
            <a:gdLst/>
            <a:ahLst/>
            <a:cxnLst/>
            <a:rect r="r" b="b" t="t" l="l"/>
            <a:pathLst>
              <a:path h="599484" w="599484">
                <a:moveTo>
                  <a:pt x="0" y="0"/>
                </a:moveTo>
                <a:lnTo>
                  <a:pt x="599485" y="0"/>
                </a:lnTo>
                <a:lnTo>
                  <a:pt x="599485" y="599484"/>
                </a:lnTo>
                <a:lnTo>
                  <a:pt x="0" y="59948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88684" y="8779163"/>
            <a:ext cx="630419" cy="630419"/>
          </a:xfrm>
          <a:custGeom>
            <a:avLst/>
            <a:gdLst/>
            <a:ahLst/>
            <a:cxnLst/>
            <a:rect r="r" b="b" t="t" l="l"/>
            <a:pathLst>
              <a:path h="630419" w="630419">
                <a:moveTo>
                  <a:pt x="0" y="0"/>
                </a:moveTo>
                <a:lnTo>
                  <a:pt x="630418" y="0"/>
                </a:lnTo>
                <a:lnTo>
                  <a:pt x="630418" y="630419"/>
                </a:lnTo>
                <a:lnTo>
                  <a:pt x="0" y="6304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39088" y="3152344"/>
            <a:ext cx="8479197" cy="4403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7"/>
              </a:lnSpc>
            </a:pPr>
            <a:r>
              <a:rPr lang="en-US" sz="4608" b="true">
                <a:solidFill>
                  <a:srgbClr val="38333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 wrap up, the Creative Team is about creativity, collaboration, and having fun while doing great work.</a:t>
            </a:r>
          </a:p>
          <a:p>
            <a:pPr algn="ctr">
              <a:lnSpc>
                <a:spcPts val="5807"/>
              </a:lnSpc>
            </a:pPr>
          </a:p>
          <a:p>
            <a:pPr algn="ctr" marL="0" indent="0" lvl="0">
              <a:lnSpc>
                <a:spcPts val="580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366947" y="7323340"/>
            <a:ext cx="3304092" cy="67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  <a:spcBef>
                <a:spcPct val="0"/>
              </a:spcBef>
            </a:pPr>
            <a:r>
              <a:rPr lang="en-US" sz="4808">
                <a:solidFill>
                  <a:srgbClr val="38333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@acit.acme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79574" y="8054613"/>
            <a:ext cx="5678838" cy="67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  <a:spcBef>
                <a:spcPct val="0"/>
              </a:spcBef>
            </a:pPr>
            <a:r>
              <a:rPr lang="en-US" sz="4808">
                <a:solidFill>
                  <a:srgbClr val="38333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acit@acme.edu.com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4874" y="8785886"/>
            <a:ext cx="10828238" cy="67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  <a:spcBef>
                <a:spcPct val="0"/>
              </a:spcBef>
            </a:pPr>
            <a:r>
              <a:rPr lang="en-US" sz="4808">
                <a:solidFill>
                  <a:srgbClr val="38333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Acme Club of Information Technology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DAG_zJA1q68</dc:identifier>
  <dcterms:modified xsi:type="dcterms:W3CDTF">2011-08-01T06:04:30Z</dcterms:modified>
  <cp:revision>1</cp:revision>
  <dc:title>Creative Team</dc:title>
</cp:coreProperties>
</file>